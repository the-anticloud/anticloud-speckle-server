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2026-10-02T09:26:04.002012Z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963783d65e34ba7d70739060493b5d369ee192d577032a95cae0e2eb900142ed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2026-10-02T09:26:04.002012Z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