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05 Nist Sp800 53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2026-10-02T09:26:04.806459Z | Framework ID: 05_NIST_SP800_53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NIST SP 800-53 Rev5 (2020)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18 control families addressed; AU, IA, SC families fully covered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HIGH baseline: 421/421 controls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Zero Trust CA (4096-bit) satisfies IA-5; SHA3-256 chain satisfies AU-9, AU-10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31586c2159489f9418dfc28ead945a091cc464b269e401e5ceb14800c2ce6bb3</a:t>
            </a:r>
          </a:p>
          <a:p>
            <a:r>
              <a:rPr sz="1000">
                <a:solidFill>
                  <a:srgbClr val="222222"/>
                </a:solidFill>
              </a:rPr>
              <a:t>  SHA3-256 (chain) | 3698f454f824c54ebe8299ce25cfd632c3d6730f1abf5dcf711ea8ea62e13d42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2026-10-02T09:26:04.806459Z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