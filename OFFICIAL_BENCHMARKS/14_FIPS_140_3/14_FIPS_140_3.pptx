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2026-10-02T09:26:06.344526Z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cacd1e7046bd8ef767100b29051026d95069440391386bf242b08ea6b180a443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2026-10-02T09:26:06.344526Z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