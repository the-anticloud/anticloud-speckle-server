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2026-10-02T09:26:06.888657Z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760aaeaec1fd0607e0f88f471387a27c801f2d021b2121a5ec2641bc75f1d5c6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2026-10-02T09:26:06.888657Z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